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FF"/>
    <a:srgbClr val="FF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D8897-6547-4AC5-9BAC-12404DB43CCE}" v="8" dt="2025-08-14T16:07:29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16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Nies" userId="259007dac755d857" providerId="LiveId" clId="{93ED8897-6547-4AC5-9BAC-12404DB43CCE}"/>
    <pc:docChg chg="undo custSel addSld delSld modSld">
      <pc:chgData name="Steve Nies" userId="259007dac755d857" providerId="LiveId" clId="{93ED8897-6547-4AC5-9BAC-12404DB43CCE}" dt="2025-08-14T16:21:47.053" v="130" actId="20577"/>
      <pc:docMkLst>
        <pc:docMk/>
      </pc:docMkLst>
      <pc:sldChg chg="addSp delSp modSp new mod">
        <pc:chgData name="Steve Nies" userId="259007dac755d857" providerId="LiveId" clId="{93ED8897-6547-4AC5-9BAC-12404DB43CCE}" dt="2025-08-14T16:21:47.053" v="130" actId="20577"/>
        <pc:sldMkLst>
          <pc:docMk/>
          <pc:sldMk cId="3631816164" sldId="256"/>
        </pc:sldMkLst>
        <pc:spChg chg="del">
          <ac:chgData name="Steve Nies" userId="259007dac755d857" providerId="LiveId" clId="{93ED8897-6547-4AC5-9BAC-12404DB43CCE}" dt="2025-08-14T15:49:49.611" v="2" actId="478"/>
          <ac:spMkLst>
            <pc:docMk/>
            <pc:sldMk cId="3631816164" sldId="256"/>
            <ac:spMk id="2" creationId="{A7B9E5BA-7BAC-DD6A-6C79-7402426454FB}"/>
          </ac:spMkLst>
        </pc:spChg>
        <pc:spChg chg="del">
          <ac:chgData name="Steve Nies" userId="259007dac755d857" providerId="LiveId" clId="{93ED8897-6547-4AC5-9BAC-12404DB43CCE}" dt="2025-08-14T15:49:52.270" v="3" actId="478"/>
          <ac:spMkLst>
            <pc:docMk/>
            <pc:sldMk cId="3631816164" sldId="256"/>
            <ac:spMk id="3" creationId="{79059C54-2B87-7FE9-9748-4DF1E970B131}"/>
          </ac:spMkLst>
        </pc:spChg>
        <pc:spChg chg="add mod topLvl">
          <ac:chgData name="Steve Nies" userId="259007dac755d857" providerId="LiveId" clId="{93ED8897-6547-4AC5-9BAC-12404DB43CCE}" dt="2025-08-14T16:07:29.219" v="110" actId="165"/>
          <ac:spMkLst>
            <pc:docMk/>
            <pc:sldMk cId="3631816164" sldId="256"/>
            <ac:spMk id="4" creationId="{52132A69-4E90-6CE8-9B66-780F4DA40058}"/>
          </ac:spMkLst>
        </pc:spChg>
        <pc:spChg chg="add del mod topLvl">
          <ac:chgData name="Steve Nies" userId="259007dac755d857" providerId="LiveId" clId="{93ED8897-6547-4AC5-9BAC-12404DB43CCE}" dt="2025-08-14T16:16:46.180" v="119" actId="207"/>
          <ac:spMkLst>
            <pc:docMk/>
            <pc:sldMk cId="3631816164" sldId="256"/>
            <ac:spMk id="5" creationId="{51AE15FC-CDEC-B166-C98D-95F450AF75E2}"/>
          </ac:spMkLst>
        </pc:spChg>
        <pc:spChg chg="add del mod topLvl">
          <ac:chgData name="Steve Nies" userId="259007dac755d857" providerId="LiveId" clId="{93ED8897-6547-4AC5-9BAC-12404DB43CCE}" dt="2025-08-14T16:08:30.079" v="114" actId="207"/>
          <ac:spMkLst>
            <pc:docMk/>
            <pc:sldMk cId="3631816164" sldId="256"/>
            <ac:spMk id="6" creationId="{F606D89E-D933-A53A-6C99-9FE6E7541E77}"/>
          </ac:spMkLst>
        </pc:spChg>
        <pc:spChg chg="mod">
          <ac:chgData name="Steve Nies" userId="259007dac755d857" providerId="LiveId" clId="{93ED8897-6547-4AC5-9BAC-12404DB43CCE}" dt="2025-08-14T15:51:45.932" v="15"/>
          <ac:spMkLst>
            <pc:docMk/>
            <pc:sldMk cId="3631816164" sldId="256"/>
            <ac:spMk id="7" creationId="{AD06C1C2-5893-7032-7BB1-E1F2C9BD6D9B}"/>
          </ac:spMkLst>
        </pc:spChg>
        <pc:spChg chg="add mod topLvl">
          <ac:chgData name="Steve Nies" userId="259007dac755d857" providerId="LiveId" clId="{93ED8897-6547-4AC5-9BAC-12404DB43CCE}" dt="2025-08-14T16:21:47.053" v="130" actId="20577"/>
          <ac:spMkLst>
            <pc:docMk/>
            <pc:sldMk cId="3631816164" sldId="256"/>
            <ac:spMk id="9" creationId="{428F31FD-C1DB-29F3-66CC-5F3BA99B34FA}"/>
          </ac:spMkLst>
        </pc:spChg>
        <pc:spChg chg="add mod">
          <ac:chgData name="Steve Nies" userId="259007dac755d857" providerId="LiveId" clId="{93ED8897-6547-4AC5-9BAC-12404DB43CCE}" dt="2025-08-14T15:59:17.492" v="109" actId="14100"/>
          <ac:spMkLst>
            <pc:docMk/>
            <pc:sldMk cId="3631816164" sldId="256"/>
            <ac:spMk id="11" creationId="{66830A03-7B44-B3C4-7F1B-849A4099CEC5}"/>
          </ac:spMkLst>
        </pc:spChg>
        <pc:grpChg chg="add del mod">
          <ac:chgData name="Steve Nies" userId="259007dac755d857" providerId="LiveId" clId="{93ED8897-6547-4AC5-9BAC-12404DB43CCE}" dt="2025-08-14T15:53:37.888" v="36" actId="165"/>
          <ac:grpSpMkLst>
            <pc:docMk/>
            <pc:sldMk cId="3631816164" sldId="256"/>
            <ac:grpSpMk id="8" creationId="{3F7938E4-5CC9-C915-CAA9-E7A3570CC6B8}"/>
          </ac:grpSpMkLst>
        </pc:grpChg>
        <pc:grpChg chg="add del mod">
          <ac:chgData name="Steve Nies" userId="259007dac755d857" providerId="LiveId" clId="{93ED8897-6547-4AC5-9BAC-12404DB43CCE}" dt="2025-08-14T16:07:29.219" v="110" actId="165"/>
          <ac:grpSpMkLst>
            <pc:docMk/>
            <pc:sldMk cId="3631816164" sldId="256"/>
            <ac:grpSpMk id="10" creationId="{0734970C-407F-1DE3-F964-364C691DE02C}"/>
          </ac:grpSpMkLst>
        </pc:grpChg>
      </pc:sldChg>
      <pc:sldChg chg="new del">
        <pc:chgData name="Steve Nies" userId="259007dac755d857" providerId="LiveId" clId="{93ED8897-6547-4AC5-9BAC-12404DB43CCE}" dt="2025-08-14T15:49:54.857" v="4" actId="47"/>
        <pc:sldMkLst>
          <pc:docMk/>
          <pc:sldMk cId="167921465" sldId="257"/>
        </pc:sldMkLst>
      </pc:sldChg>
      <pc:sldMasterChg chg="addSldLayout">
        <pc:chgData name="Steve Nies" userId="259007dac755d857" providerId="LiveId" clId="{93ED8897-6547-4AC5-9BAC-12404DB43CCE}" dt="2025-08-14T15:49:29.065" v="0" actId="680"/>
        <pc:sldMasterMkLst>
          <pc:docMk/>
          <pc:sldMasterMk cId="2697841788" sldId="2147483648"/>
        </pc:sldMasterMkLst>
        <pc:sldLayoutChg chg="add">
          <pc:chgData name="Steve Nies" userId="259007dac755d857" providerId="LiveId" clId="{93ED8897-6547-4AC5-9BAC-12404DB43CCE}" dt="2025-08-14T15:49:29.065" v="0" actId="680"/>
          <pc:sldLayoutMkLst>
            <pc:docMk/>
            <pc:sldMasterMk cId="2697841788" sldId="2147483648"/>
            <pc:sldLayoutMk cId="4134537245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6432-4AE0-BC43-55E3-8A55BF555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AC20A-0EFA-2161-6235-94117DE36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34537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Pentagon 3">
            <a:extLst>
              <a:ext uri="{FF2B5EF4-FFF2-40B4-BE49-F238E27FC236}">
                <a16:creationId xmlns:a16="http://schemas.microsoft.com/office/drawing/2014/main" id="{52132A69-4E90-6CE8-9B66-780F4DA40058}"/>
              </a:ext>
            </a:extLst>
          </p:cNvPr>
          <p:cNvSpPr/>
          <p:nvPr/>
        </p:nvSpPr>
        <p:spPr>
          <a:xfrm>
            <a:off x="2996498" y="1865671"/>
            <a:ext cx="1235473" cy="37260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1AE15FC-CDEC-B166-C98D-95F450AF75E2}"/>
              </a:ext>
            </a:extLst>
          </p:cNvPr>
          <p:cNvSpPr/>
          <p:nvPr/>
        </p:nvSpPr>
        <p:spPr>
          <a:xfrm>
            <a:off x="2805293" y="1811741"/>
            <a:ext cx="480463" cy="48046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606D89E-D933-A53A-6C99-9FE6E7541E77}"/>
              </a:ext>
            </a:extLst>
          </p:cNvPr>
          <p:cNvSpPr/>
          <p:nvPr/>
        </p:nvSpPr>
        <p:spPr>
          <a:xfrm>
            <a:off x="2879609" y="1886057"/>
            <a:ext cx="331830" cy="3318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F31FD-C1DB-29F3-66CC-5F3BA99B34FA}"/>
              </a:ext>
            </a:extLst>
          </p:cNvPr>
          <p:cNvSpPr txBox="1"/>
          <p:nvPr/>
        </p:nvSpPr>
        <p:spPr>
          <a:xfrm>
            <a:off x="3326756" y="1884490"/>
            <a:ext cx="7655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Step 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830A03-7B44-B3C4-7F1B-849A4099CEC5}"/>
              </a:ext>
            </a:extLst>
          </p:cNvPr>
          <p:cNvSpPr/>
          <p:nvPr/>
        </p:nvSpPr>
        <p:spPr>
          <a:xfrm>
            <a:off x="2743199" y="1738489"/>
            <a:ext cx="1619957" cy="643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816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Nies</dc:creator>
  <cp:lastModifiedBy>Steve Nies</cp:lastModifiedBy>
  <cp:revision>1</cp:revision>
  <dcterms:created xsi:type="dcterms:W3CDTF">2025-08-14T15:49:24Z</dcterms:created>
  <dcterms:modified xsi:type="dcterms:W3CDTF">2025-08-14T16:21:57Z</dcterms:modified>
</cp:coreProperties>
</file>