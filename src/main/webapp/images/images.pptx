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66"/>
    <a:srgbClr val="FFFF00"/>
    <a:srgbClr val="D9F2D0"/>
    <a:srgbClr val="DCEAF7"/>
    <a:srgbClr val="E6FFCD"/>
    <a:srgbClr val="CAEEFB"/>
    <a:srgbClr val="FFFF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D8897-6547-4AC5-9BAC-12404DB43CCE}" v="8" dt="2025-08-14T16:07:29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620" autoAdjust="0"/>
  </p:normalViewPr>
  <p:slideViewPr>
    <p:cSldViewPr snapToGrid="0">
      <p:cViewPr>
        <p:scale>
          <a:sx n="100" d="100"/>
          <a:sy n="100" d="100"/>
        </p:scale>
        <p:origin x="64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Nies" userId="259007dac755d857" providerId="LiveId" clId="{93ED8897-6547-4AC5-9BAC-12404DB43CCE}"/>
    <pc:docChg chg="undo custSel addSld delSld modSld">
      <pc:chgData name="Steve Nies" userId="259007dac755d857" providerId="LiveId" clId="{93ED8897-6547-4AC5-9BAC-12404DB43CCE}" dt="2025-08-14T16:21:47.053" v="130" actId="20577"/>
      <pc:docMkLst>
        <pc:docMk/>
      </pc:docMkLst>
      <pc:sldChg chg="addSp delSp modSp new mod">
        <pc:chgData name="Steve Nies" userId="259007dac755d857" providerId="LiveId" clId="{93ED8897-6547-4AC5-9BAC-12404DB43CCE}" dt="2025-08-14T16:21:47.053" v="130" actId="20577"/>
        <pc:sldMkLst>
          <pc:docMk/>
          <pc:sldMk cId="3631816164" sldId="256"/>
        </pc:sldMkLst>
        <pc:spChg chg="del">
          <ac:chgData name="Steve Nies" userId="259007dac755d857" providerId="LiveId" clId="{93ED8897-6547-4AC5-9BAC-12404DB43CCE}" dt="2025-08-14T15:49:49.611" v="2" actId="478"/>
          <ac:spMkLst>
            <pc:docMk/>
            <pc:sldMk cId="3631816164" sldId="256"/>
            <ac:spMk id="2" creationId="{A7B9E5BA-7BAC-DD6A-6C79-7402426454FB}"/>
          </ac:spMkLst>
        </pc:spChg>
        <pc:spChg chg="del">
          <ac:chgData name="Steve Nies" userId="259007dac755d857" providerId="LiveId" clId="{93ED8897-6547-4AC5-9BAC-12404DB43CCE}" dt="2025-08-14T15:49:52.270" v="3" actId="478"/>
          <ac:spMkLst>
            <pc:docMk/>
            <pc:sldMk cId="3631816164" sldId="256"/>
            <ac:spMk id="3" creationId="{79059C54-2B87-7FE9-9748-4DF1E970B131}"/>
          </ac:spMkLst>
        </pc:spChg>
        <pc:spChg chg="add mod topLvl">
          <ac:chgData name="Steve Nies" userId="259007dac755d857" providerId="LiveId" clId="{93ED8897-6547-4AC5-9BAC-12404DB43CCE}" dt="2025-08-14T16:07:29.219" v="110" actId="165"/>
          <ac:spMkLst>
            <pc:docMk/>
            <pc:sldMk cId="3631816164" sldId="256"/>
            <ac:spMk id="4" creationId="{52132A69-4E90-6CE8-9B66-780F4DA40058}"/>
          </ac:spMkLst>
        </pc:spChg>
        <pc:spChg chg="add del mod topLvl">
          <ac:chgData name="Steve Nies" userId="259007dac755d857" providerId="LiveId" clId="{93ED8897-6547-4AC5-9BAC-12404DB43CCE}" dt="2025-08-14T16:16:46.180" v="119" actId="207"/>
          <ac:spMkLst>
            <pc:docMk/>
            <pc:sldMk cId="3631816164" sldId="256"/>
            <ac:spMk id="5" creationId="{51AE15FC-CDEC-B166-C98D-95F450AF75E2}"/>
          </ac:spMkLst>
        </pc:spChg>
        <pc:spChg chg="add del mod topLvl">
          <ac:chgData name="Steve Nies" userId="259007dac755d857" providerId="LiveId" clId="{93ED8897-6547-4AC5-9BAC-12404DB43CCE}" dt="2025-08-14T16:08:30.079" v="114" actId="207"/>
          <ac:spMkLst>
            <pc:docMk/>
            <pc:sldMk cId="3631816164" sldId="256"/>
            <ac:spMk id="6" creationId="{F606D89E-D933-A53A-6C99-9FE6E7541E77}"/>
          </ac:spMkLst>
        </pc:spChg>
        <pc:spChg chg="mod">
          <ac:chgData name="Steve Nies" userId="259007dac755d857" providerId="LiveId" clId="{93ED8897-6547-4AC5-9BAC-12404DB43CCE}" dt="2025-08-14T15:51:45.932" v="15"/>
          <ac:spMkLst>
            <pc:docMk/>
            <pc:sldMk cId="3631816164" sldId="256"/>
            <ac:spMk id="7" creationId="{AD06C1C2-5893-7032-7BB1-E1F2C9BD6D9B}"/>
          </ac:spMkLst>
        </pc:spChg>
        <pc:spChg chg="add mod topLvl">
          <ac:chgData name="Steve Nies" userId="259007dac755d857" providerId="LiveId" clId="{93ED8897-6547-4AC5-9BAC-12404DB43CCE}" dt="2025-08-14T16:21:47.053" v="130" actId="20577"/>
          <ac:spMkLst>
            <pc:docMk/>
            <pc:sldMk cId="3631816164" sldId="256"/>
            <ac:spMk id="9" creationId="{428F31FD-C1DB-29F3-66CC-5F3BA99B34FA}"/>
          </ac:spMkLst>
        </pc:spChg>
        <pc:spChg chg="add mod">
          <ac:chgData name="Steve Nies" userId="259007dac755d857" providerId="LiveId" clId="{93ED8897-6547-4AC5-9BAC-12404DB43CCE}" dt="2025-08-14T15:59:17.492" v="109" actId="14100"/>
          <ac:spMkLst>
            <pc:docMk/>
            <pc:sldMk cId="3631816164" sldId="256"/>
            <ac:spMk id="11" creationId="{66830A03-7B44-B3C4-7F1B-849A4099CEC5}"/>
          </ac:spMkLst>
        </pc:spChg>
        <pc:grpChg chg="add del mod">
          <ac:chgData name="Steve Nies" userId="259007dac755d857" providerId="LiveId" clId="{93ED8897-6547-4AC5-9BAC-12404DB43CCE}" dt="2025-08-14T15:53:37.888" v="36" actId="165"/>
          <ac:grpSpMkLst>
            <pc:docMk/>
            <pc:sldMk cId="3631816164" sldId="256"/>
            <ac:grpSpMk id="8" creationId="{3F7938E4-5CC9-C915-CAA9-E7A3570CC6B8}"/>
          </ac:grpSpMkLst>
        </pc:grpChg>
        <pc:grpChg chg="add del mod">
          <ac:chgData name="Steve Nies" userId="259007dac755d857" providerId="LiveId" clId="{93ED8897-6547-4AC5-9BAC-12404DB43CCE}" dt="2025-08-14T16:07:29.219" v="110" actId="165"/>
          <ac:grpSpMkLst>
            <pc:docMk/>
            <pc:sldMk cId="3631816164" sldId="256"/>
            <ac:grpSpMk id="10" creationId="{0734970C-407F-1DE3-F964-364C691DE02C}"/>
          </ac:grpSpMkLst>
        </pc:grpChg>
      </pc:sldChg>
      <pc:sldChg chg="new del">
        <pc:chgData name="Steve Nies" userId="259007dac755d857" providerId="LiveId" clId="{93ED8897-6547-4AC5-9BAC-12404DB43CCE}" dt="2025-08-14T15:49:54.857" v="4" actId="47"/>
        <pc:sldMkLst>
          <pc:docMk/>
          <pc:sldMk cId="167921465" sldId="257"/>
        </pc:sldMkLst>
      </pc:sldChg>
      <pc:sldMasterChg chg="addSldLayout">
        <pc:chgData name="Steve Nies" userId="259007dac755d857" providerId="LiveId" clId="{93ED8897-6547-4AC5-9BAC-12404DB43CCE}" dt="2025-08-14T15:49:29.065" v="0" actId="680"/>
        <pc:sldMasterMkLst>
          <pc:docMk/>
          <pc:sldMasterMk cId="2697841788" sldId="2147483648"/>
        </pc:sldMasterMkLst>
        <pc:sldLayoutChg chg="add">
          <pc:chgData name="Steve Nies" userId="259007dac755d857" providerId="LiveId" clId="{93ED8897-6547-4AC5-9BAC-12404DB43CCE}" dt="2025-08-14T15:49:29.065" v="0" actId="680"/>
          <pc:sldLayoutMkLst>
            <pc:docMk/>
            <pc:sldMasterMk cId="2697841788" sldId="2147483648"/>
            <pc:sldLayoutMk cId="4134537245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05E82-58EB-422E-864A-536C3BC092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34106-49D0-487D-BD46-6EF9FCEBB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3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34106-49D0-487D-BD46-6EF9FCEBB6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84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6432-4AE0-BC43-55E3-8A55BF555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AC20A-0EFA-2161-6235-94117DE36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53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84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98986E-8655-2801-6114-FF784133FB2D}"/>
              </a:ext>
            </a:extLst>
          </p:cNvPr>
          <p:cNvSpPr/>
          <p:nvPr/>
        </p:nvSpPr>
        <p:spPr>
          <a:xfrm>
            <a:off x="4865511" y="866684"/>
            <a:ext cx="1631245" cy="20340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FF472-B03A-83B2-A0BC-85A9F397C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9" y="956734"/>
            <a:ext cx="428685" cy="533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CCBDD2-96F3-D035-BBD4-8D5228A48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45" y="1992413"/>
            <a:ext cx="502399" cy="53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ACDBE5-1CB5-759D-B2E0-1B8D86C35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55" y="3086052"/>
            <a:ext cx="376290" cy="685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E57A25-30AB-1A62-21FE-EA9F72049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71" y="4019605"/>
            <a:ext cx="810659" cy="6250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29074E-E449-AE9C-AF98-EE7DCEB461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50" y="4892275"/>
            <a:ext cx="790588" cy="7520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1A125E-49F4-16CB-197D-AC95272472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4770" y="5061639"/>
            <a:ext cx="471804" cy="5784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8187AE-9B8F-1BAC-1A16-A2873ED5A6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4770" y="4092400"/>
            <a:ext cx="671898" cy="6858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B38BEB-95ED-2636-4AF0-A96FDC5FA1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6668" y="5061639"/>
            <a:ext cx="513562" cy="5208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15195D-B8E8-9985-D0D2-3CDF156E2C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9437" y="3042356"/>
            <a:ext cx="544824" cy="7295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E4E0BC-B756-59E6-FB31-3E56F34EA3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2051" y="1943321"/>
            <a:ext cx="744617" cy="9573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E62576-57DC-189F-D098-5D3941EB67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6598" y="982668"/>
            <a:ext cx="627663" cy="72959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5244A8E-ED4E-3E33-18AB-CE6DEDC061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0230" y="2079144"/>
            <a:ext cx="670646" cy="8215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27AFE1-0712-5B76-55F6-81C980432F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3293653" y="866684"/>
            <a:ext cx="627662" cy="1000122"/>
          </a:xfrm>
          <a:prstGeom prst="rect">
            <a:avLst/>
          </a:prstGeom>
        </p:spPr>
      </p:pic>
      <p:pic>
        <p:nvPicPr>
          <p:cNvPr id="3" name="Picture 2" descr="A person with a computer&#10;&#10;AI-generated content may be incorrect.">
            <a:extLst>
              <a:ext uri="{FF2B5EF4-FFF2-40B4-BE49-F238E27FC236}">
                <a16:creationId xmlns:a16="http://schemas.microsoft.com/office/drawing/2014/main" id="{9208BBAC-B031-6213-6F52-E7DEAF95B5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904" y="1992413"/>
            <a:ext cx="628904" cy="733722"/>
          </a:xfrm>
          <a:prstGeom prst="rect">
            <a:avLst/>
          </a:prstGeom>
        </p:spPr>
      </p:pic>
      <p:pic>
        <p:nvPicPr>
          <p:cNvPr id="6" name="Picture 5" descr="A person in a suit holding a tablet&#10;&#10;AI-generated content may be incorrect.">
            <a:extLst>
              <a:ext uri="{FF2B5EF4-FFF2-40B4-BE49-F238E27FC236}">
                <a16:creationId xmlns:a16="http://schemas.microsoft.com/office/drawing/2014/main" id="{CA875515-277E-5DBA-D761-B729FB55E07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747" y="1758885"/>
            <a:ext cx="628904" cy="1000529"/>
          </a:xfrm>
          <a:prstGeom prst="rect">
            <a:avLst/>
          </a:prstGeom>
        </p:spPr>
      </p:pic>
      <p:pic>
        <p:nvPicPr>
          <p:cNvPr id="10" name="Picture 9" descr="A person sitting in a chair with a computer&#10;&#10;AI-generated content may be incorrect.">
            <a:extLst>
              <a:ext uri="{FF2B5EF4-FFF2-40B4-BE49-F238E27FC236}">
                <a16:creationId xmlns:a16="http://schemas.microsoft.com/office/drawing/2014/main" id="{7D28356E-09AF-D4E3-C9D1-F9D7F4F4BE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05" y="913669"/>
            <a:ext cx="743447" cy="953137"/>
          </a:xfrm>
          <a:prstGeom prst="rect">
            <a:avLst/>
          </a:prstGeom>
        </p:spPr>
      </p:pic>
      <p:pic>
        <p:nvPicPr>
          <p:cNvPr id="14" name="Picture 13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DC432507-9D6A-B8F7-1148-D55CF7EF96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627" y="931334"/>
            <a:ext cx="543145" cy="733722"/>
          </a:xfrm>
          <a:prstGeom prst="rect">
            <a:avLst/>
          </a:prstGeom>
        </p:spPr>
      </p:pic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52132A69-4E90-6CE8-9B66-780F4DA40058}"/>
              </a:ext>
            </a:extLst>
          </p:cNvPr>
          <p:cNvSpPr/>
          <p:nvPr/>
        </p:nvSpPr>
        <p:spPr>
          <a:xfrm>
            <a:off x="7269343" y="1109850"/>
            <a:ext cx="1235473" cy="37260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AE15FC-CDEC-B166-C98D-95F450AF75E2}"/>
              </a:ext>
            </a:extLst>
          </p:cNvPr>
          <p:cNvSpPr/>
          <p:nvPr/>
        </p:nvSpPr>
        <p:spPr>
          <a:xfrm>
            <a:off x="7078138" y="1055920"/>
            <a:ext cx="480463" cy="48046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06D89E-D933-A53A-6C99-9FE6E7541E77}"/>
              </a:ext>
            </a:extLst>
          </p:cNvPr>
          <p:cNvSpPr/>
          <p:nvPr/>
        </p:nvSpPr>
        <p:spPr>
          <a:xfrm>
            <a:off x="7152454" y="1130236"/>
            <a:ext cx="331830" cy="3318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8F31FD-C1DB-29F3-66CC-5F3BA99B34FA}"/>
              </a:ext>
            </a:extLst>
          </p:cNvPr>
          <p:cNvSpPr txBox="1"/>
          <p:nvPr/>
        </p:nvSpPr>
        <p:spPr>
          <a:xfrm>
            <a:off x="7599601" y="1128669"/>
            <a:ext cx="765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Step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830A03-7B44-B3C4-7F1B-849A4099CEC5}"/>
              </a:ext>
            </a:extLst>
          </p:cNvPr>
          <p:cNvSpPr/>
          <p:nvPr/>
        </p:nvSpPr>
        <p:spPr>
          <a:xfrm>
            <a:off x="7016044" y="982668"/>
            <a:ext cx="1619957" cy="6434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3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2976A5-0CB1-68BF-4ED4-4DB1905D6FCC}"/>
              </a:ext>
            </a:extLst>
          </p:cNvPr>
          <p:cNvSpPr/>
          <p:nvPr/>
        </p:nvSpPr>
        <p:spPr>
          <a:xfrm>
            <a:off x="637309" y="271549"/>
            <a:ext cx="10467151" cy="58577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D86CE88-7204-BD52-0A23-B88B1FCC03B8}"/>
              </a:ext>
            </a:extLst>
          </p:cNvPr>
          <p:cNvSpPr/>
          <p:nvPr/>
        </p:nvSpPr>
        <p:spPr>
          <a:xfrm>
            <a:off x="1087540" y="484564"/>
            <a:ext cx="4013127" cy="5149850"/>
          </a:xfrm>
          <a:prstGeom prst="roundRect">
            <a:avLst>
              <a:gd name="adj" fmla="val 315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D35F47-1CF8-065C-28AA-EC0868ED5F32}"/>
              </a:ext>
            </a:extLst>
          </p:cNvPr>
          <p:cNvGrpSpPr/>
          <p:nvPr/>
        </p:nvGrpSpPr>
        <p:grpSpPr>
          <a:xfrm>
            <a:off x="1412788" y="2855630"/>
            <a:ext cx="1507889" cy="2057400"/>
            <a:chOff x="413523" y="2694917"/>
            <a:chExt cx="1507889" cy="20574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239AE96-BA76-EE6D-3AF3-441B7D695C7F}"/>
                </a:ext>
              </a:extLst>
            </p:cNvPr>
            <p:cNvSpPr/>
            <p:nvPr/>
          </p:nvSpPr>
          <p:spPr>
            <a:xfrm>
              <a:off x="413523" y="2694917"/>
              <a:ext cx="1507889" cy="2057400"/>
            </a:xfrm>
            <a:prstGeom prst="rect">
              <a:avLst/>
            </a:prstGeom>
            <a:solidFill>
              <a:srgbClr val="FFFFFF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D8EA08E-6504-FAF0-23F4-7CFE43BBA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182" y="2816077"/>
              <a:ext cx="1336707" cy="17568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</p:grpSp>
      <p:pic>
        <p:nvPicPr>
          <p:cNvPr id="5" name="Picture 4" descr="A person with a computer&#10;&#10;AI-generated content may be incorrect.">
            <a:extLst>
              <a:ext uri="{FF2B5EF4-FFF2-40B4-BE49-F238E27FC236}">
                <a16:creationId xmlns:a16="http://schemas.microsoft.com/office/drawing/2014/main" id="{C5263302-D730-1267-E86A-B5B21A0DA0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220" y="1298096"/>
            <a:ext cx="628904" cy="733722"/>
          </a:xfrm>
          <a:prstGeom prst="rect">
            <a:avLst/>
          </a:prstGeom>
        </p:spPr>
      </p:pic>
      <p:pic>
        <p:nvPicPr>
          <p:cNvPr id="7" name="Picture 6" descr="A person in a suit holding a tablet&#10;&#10;AI-generated content may be incorrect.">
            <a:extLst>
              <a:ext uri="{FF2B5EF4-FFF2-40B4-BE49-F238E27FC236}">
                <a16:creationId xmlns:a16="http://schemas.microsoft.com/office/drawing/2014/main" id="{3234AC99-EA49-A55F-4F2A-9B8FA4E453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57176" y="1164693"/>
            <a:ext cx="628904" cy="100052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2C7CC88-24D9-CC62-4FF1-1E6C3F0A34F5}"/>
              </a:ext>
            </a:extLst>
          </p:cNvPr>
          <p:cNvSpPr/>
          <p:nvPr/>
        </p:nvSpPr>
        <p:spPr>
          <a:xfrm>
            <a:off x="2070784" y="636033"/>
            <a:ext cx="1083733" cy="505402"/>
          </a:xfrm>
          <a:prstGeom prst="wedgeRoundRectCallout">
            <a:avLst>
              <a:gd name="adj1" fmla="val -8854"/>
              <a:gd name="adj2" fmla="val 65850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 want an API that integrates our systems … 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29F6822C-C7A4-4B87-40A5-9D3495F4BD29}"/>
              </a:ext>
            </a:extLst>
          </p:cNvPr>
          <p:cNvSpPr/>
          <p:nvPr/>
        </p:nvSpPr>
        <p:spPr>
          <a:xfrm>
            <a:off x="3482008" y="636033"/>
            <a:ext cx="1405468" cy="505402"/>
          </a:xfrm>
          <a:prstGeom prst="wedgeRoundRectCallout">
            <a:avLst>
              <a:gd name="adj1" fmla="val -7795"/>
              <a:gd name="adj2" fmla="val 68084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business data resources does</a:t>
            </a:r>
            <a:b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API transfer? 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CDE89-2080-0986-794E-926850DCD6DB}"/>
              </a:ext>
            </a:extLst>
          </p:cNvPr>
          <p:cNvSpPr txBox="1"/>
          <p:nvPr/>
        </p:nvSpPr>
        <p:spPr>
          <a:xfrm>
            <a:off x="2353988" y="2108046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Project</a:t>
            </a:r>
            <a:b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Sponsor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2382E5-3A6D-6EBC-76DC-A45C4261DCC4}"/>
              </a:ext>
            </a:extLst>
          </p:cNvPr>
          <p:cNvSpPr txBox="1"/>
          <p:nvPr/>
        </p:nvSpPr>
        <p:spPr>
          <a:xfrm>
            <a:off x="3824409" y="2108046"/>
            <a:ext cx="750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Business</a:t>
            </a:r>
            <a:b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Analyst</a:t>
            </a:r>
          </a:p>
        </p:txBody>
      </p:sp>
      <p:sp>
        <p:nvSpPr>
          <p:cNvPr id="12" name="Arrow: Left-Right-Up 11">
            <a:extLst>
              <a:ext uri="{FF2B5EF4-FFF2-40B4-BE49-F238E27FC236}">
                <a16:creationId xmlns:a16="http://schemas.microsoft.com/office/drawing/2014/main" id="{B80FD71B-E0E8-213C-C681-1D314E157057}"/>
              </a:ext>
            </a:extLst>
          </p:cNvPr>
          <p:cNvSpPr/>
          <p:nvPr/>
        </p:nvSpPr>
        <p:spPr>
          <a:xfrm flipV="1">
            <a:off x="3122357" y="1664956"/>
            <a:ext cx="628904" cy="1859845"/>
          </a:xfrm>
          <a:prstGeom prst="leftRightUpArrow">
            <a:avLst>
              <a:gd name="adj1" fmla="val 15335"/>
              <a:gd name="adj2" fmla="val 19597"/>
              <a:gd name="adj3" fmla="val 1935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0C753335-8ED8-BA9D-9A13-B0FA27330854}"/>
              </a:ext>
            </a:extLst>
          </p:cNvPr>
          <p:cNvSpPr/>
          <p:nvPr/>
        </p:nvSpPr>
        <p:spPr>
          <a:xfrm>
            <a:off x="3273120" y="3678613"/>
            <a:ext cx="327378" cy="355600"/>
          </a:xfrm>
          <a:prstGeom prst="foldedCorner">
            <a:avLst>
              <a:gd name="adj" fmla="val 2932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AA85BC-711B-9892-4B1D-25A1F4C5CC44}"/>
              </a:ext>
            </a:extLst>
          </p:cNvPr>
          <p:cNvSpPr/>
          <p:nvPr/>
        </p:nvSpPr>
        <p:spPr>
          <a:xfrm>
            <a:off x="3359859" y="3732727"/>
            <a:ext cx="45719" cy="6140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3C7784-D835-7C4B-C551-CF71CC88A63C}"/>
              </a:ext>
            </a:extLst>
          </p:cNvPr>
          <p:cNvSpPr/>
          <p:nvPr/>
        </p:nvSpPr>
        <p:spPr>
          <a:xfrm>
            <a:off x="3467592" y="3733466"/>
            <a:ext cx="45719" cy="6140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0C403-3DF0-D37E-A083-D3F6724BC84B}"/>
              </a:ext>
            </a:extLst>
          </p:cNvPr>
          <p:cNvSpPr/>
          <p:nvPr/>
        </p:nvSpPr>
        <p:spPr>
          <a:xfrm>
            <a:off x="3353869" y="3866079"/>
            <a:ext cx="45719" cy="6140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52AA15-76EB-F729-25E5-226BC898C784}"/>
              </a:ext>
            </a:extLst>
          </p:cNvPr>
          <p:cNvCxnSpPr>
            <a:cxnSpLocks/>
            <a:stCxn id="15" idx="1"/>
            <a:endCxn id="14" idx="3"/>
          </p:cNvCxnSpPr>
          <p:nvPr/>
        </p:nvCxnSpPr>
        <p:spPr>
          <a:xfrm flipH="1" flipV="1">
            <a:off x="3405578" y="3763428"/>
            <a:ext cx="62014" cy="73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FD14F3-50FE-0182-B835-4C264CCD3276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3376729" y="3794129"/>
            <a:ext cx="5990" cy="7195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F001677-4818-744C-8865-6E36DCCA8847}"/>
              </a:ext>
            </a:extLst>
          </p:cNvPr>
          <p:cNvSpPr/>
          <p:nvPr/>
        </p:nvSpPr>
        <p:spPr>
          <a:xfrm>
            <a:off x="2917985" y="2853113"/>
            <a:ext cx="309431" cy="2101850"/>
          </a:xfrm>
          <a:custGeom>
            <a:avLst/>
            <a:gdLst>
              <a:gd name="connsiteX0" fmla="*/ 0 w 412750"/>
              <a:gd name="connsiteY0" fmla="*/ 0 h 2051050"/>
              <a:gd name="connsiteX1" fmla="*/ 412750 w 412750"/>
              <a:gd name="connsiteY1" fmla="*/ 800100 h 2051050"/>
              <a:gd name="connsiteX2" fmla="*/ 406400 w 412750"/>
              <a:gd name="connsiteY2" fmla="*/ 1162050 h 2051050"/>
              <a:gd name="connsiteX3" fmla="*/ 19050 w 412750"/>
              <a:gd name="connsiteY3" fmla="*/ 2051050 h 2051050"/>
              <a:gd name="connsiteX4" fmla="*/ 0 w 412750"/>
              <a:gd name="connsiteY4" fmla="*/ 0 h 205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750" h="2051050">
                <a:moveTo>
                  <a:pt x="0" y="0"/>
                </a:moveTo>
                <a:lnTo>
                  <a:pt x="412750" y="800100"/>
                </a:lnTo>
                <a:lnTo>
                  <a:pt x="406400" y="1162050"/>
                </a:lnTo>
                <a:lnTo>
                  <a:pt x="19050" y="2051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FED269-3352-8944-9DA6-D24529252ABE}"/>
              </a:ext>
            </a:extLst>
          </p:cNvPr>
          <p:cNvSpPr txBox="1"/>
          <p:nvPr/>
        </p:nvSpPr>
        <p:spPr>
          <a:xfrm>
            <a:off x="1087539" y="4985333"/>
            <a:ext cx="2139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Business Domain Model depicting API data resources, fields, and relationships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2617177-A654-291C-96AF-5F18767D6D00}"/>
              </a:ext>
            </a:extLst>
          </p:cNvPr>
          <p:cNvSpPr/>
          <p:nvPr/>
        </p:nvSpPr>
        <p:spPr>
          <a:xfrm>
            <a:off x="3790097" y="4332663"/>
            <a:ext cx="819150" cy="622300"/>
          </a:xfrm>
          <a:prstGeom prst="roundRect">
            <a:avLst/>
          </a:prstGeo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API Spec Generator Tool</a:t>
            </a:r>
          </a:p>
        </p:txBody>
      </p: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88B40475-9179-96C6-764E-0BC1FF9FB75B}"/>
              </a:ext>
            </a:extLst>
          </p:cNvPr>
          <p:cNvSpPr/>
          <p:nvPr/>
        </p:nvSpPr>
        <p:spPr>
          <a:xfrm rot="5400000">
            <a:off x="3244038" y="4286896"/>
            <a:ext cx="566040" cy="327378"/>
          </a:xfrm>
          <a:prstGeom prst="bentUpArrow">
            <a:avLst/>
          </a:prstGeom>
          <a:solidFill>
            <a:srgbClr val="CAEE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211883-0874-FF4A-D3D7-5D82604C2AF7}"/>
              </a:ext>
            </a:extLst>
          </p:cNvPr>
          <p:cNvCxnSpPr/>
          <p:nvPr/>
        </p:nvCxnSpPr>
        <p:spPr>
          <a:xfrm>
            <a:off x="4199672" y="2572301"/>
            <a:ext cx="0" cy="1593850"/>
          </a:xfrm>
          <a:prstGeom prst="straightConnector1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6B0CC831-BD9C-AE6D-9CC3-310C9B55B21C}"/>
              </a:ext>
            </a:extLst>
          </p:cNvPr>
          <p:cNvSpPr/>
          <p:nvPr/>
        </p:nvSpPr>
        <p:spPr>
          <a:xfrm>
            <a:off x="3324078" y="2538640"/>
            <a:ext cx="222250" cy="222250"/>
          </a:xfrm>
          <a:prstGeom prst="ellipse">
            <a:avLst/>
          </a:prstGeom>
          <a:solidFill>
            <a:srgbClr val="FFFF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69BA5F3-B483-461D-CCDA-2BE85B31A497}"/>
              </a:ext>
            </a:extLst>
          </p:cNvPr>
          <p:cNvSpPr/>
          <p:nvPr/>
        </p:nvSpPr>
        <p:spPr>
          <a:xfrm>
            <a:off x="4088547" y="3500295"/>
            <a:ext cx="222250" cy="222250"/>
          </a:xfrm>
          <a:prstGeom prst="ellipse">
            <a:avLst/>
          </a:prstGeom>
          <a:solidFill>
            <a:srgbClr val="FFFF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8A82881-0D00-D919-F9CF-C8D2BDB16332}"/>
              </a:ext>
            </a:extLst>
          </p:cNvPr>
          <p:cNvSpPr/>
          <p:nvPr/>
        </p:nvSpPr>
        <p:spPr>
          <a:xfrm>
            <a:off x="5304627" y="1080758"/>
            <a:ext cx="2482090" cy="4553656"/>
          </a:xfrm>
          <a:prstGeom prst="roundRect">
            <a:avLst>
              <a:gd name="adj" fmla="val 4546"/>
            </a:avLst>
          </a:prstGeom>
          <a:solidFill>
            <a:srgbClr val="DCEAF7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29875BD-862C-9BFF-00CA-224EDF9D3F11}"/>
              </a:ext>
            </a:extLst>
          </p:cNvPr>
          <p:cNvGrpSpPr/>
          <p:nvPr/>
        </p:nvGrpSpPr>
        <p:grpSpPr>
          <a:xfrm>
            <a:off x="5742017" y="4432600"/>
            <a:ext cx="279400" cy="422426"/>
            <a:chOff x="4508500" y="4271887"/>
            <a:chExt cx="279400" cy="422426"/>
          </a:xfrm>
        </p:grpSpPr>
        <p:sp>
          <p:nvSpPr>
            <p:cNvPr id="39" name="Rectangle: Folded Corner 38">
              <a:extLst>
                <a:ext uri="{FF2B5EF4-FFF2-40B4-BE49-F238E27FC236}">
                  <a16:creationId xmlns:a16="http://schemas.microsoft.com/office/drawing/2014/main" id="{1A656027-B041-00CA-8AE8-4A2C3DCB5761}"/>
                </a:ext>
              </a:extLst>
            </p:cNvPr>
            <p:cNvSpPr/>
            <p:nvPr/>
          </p:nvSpPr>
          <p:spPr>
            <a:xfrm>
              <a:off x="4508500" y="4271887"/>
              <a:ext cx="279400" cy="422426"/>
            </a:xfrm>
            <a:prstGeom prst="foldedCorner">
              <a:avLst>
                <a:gd name="adj" fmla="val 33334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D21157-9951-C9A6-5A34-E5893ACE556A}"/>
                </a:ext>
              </a:extLst>
            </p:cNvPr>
            <p:cNvCxnSpPr/>
            <p:nvPr/>
          </p:nvCxnSpPr>
          <p:spPr>
            <a:xfrm>
              <a:off x="4548414" y="4333404"/>
              <a:ext cx="19291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31221CE-5BA0-CE33-03CD-A35035CF6A11}"/>
                </a:ext>
              </a:extLst>
            </p:cNvPr>
            <p:cNvCxnSpPr>
              <a:cxnSpLocks/>
            </p:cNvCxnSpPr>
            <p:nvPr/>
          </p:nvCxnSpPr>
          <p:spPr>
            <a:xfrm>
              <a:off x="4548414" y="4396202"/>
              <a:ext cx="1330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2DF898F-831A-5FA0-1DB1-FE1985E35995}"/>
                </a:ext>
              </a:extLst>
            </p:cNvPr>
            <p:cNvCxnSpPr/>
            <p:nvPr/>
          </p:nvCxnSpPr>
          <p:spPr>
            <a:xfrm>
              <a:off x="4548414" y="4459000"/>
              <a:ext cx="19291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65C5A0-8E29-0032-E010-15C29FCE0806}"/>
                </a:ext>
              </a:extLst>
            </p:cNvPr>
            <p:cNvCxnSpPr>
              <a:cxnSpLocks/>
            </p:cNvCxnSpPr>
            <p:nvPr/>
          </p:nvCxnSpPr>
          <p:spPr>
            <a:xfrm>
              <a:off x="4548414" y="4521798"/>
              <a:ext cx="1330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A7C63A3-D0AD-9605-FF17-5CA411C122EF}"/>
                </a:ext>
              </a:extLst>
            </p:cNvPr>
            <p:cNvCxnSpPr>
              <a:cxnSpLocks/>
            </p:cNvCxnSpPr>
            <p:nvPr/>
          </p:nvCxnSpPr>
          <p:spPr>
            <a:xfrm>
              <a:off x="4548414" y="4584596"/>
              <a:ext cx="1330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Picture 55" descr="A person sitting in a chair with a computer&#10;&#10;AI-generated content may be incorrect.">
            <a:extLst>
              <a:ext uri="{FF2B5EF4-FFF2-40B4-BE49-F238E27FC236}">
                <a16:creationId xmlns:a16="http://schemas.microsoft.com/office/drawing/2014/main" id="{0C8BBDA0-D799-B613-B57C-024A25416C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419" y="1756739"/>
            <a:ext cx="829445" cy="106339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642FEC64-DBF3-6005-8DA0-699CB5FB7111}"/>
              </a:ext>
            </a:extLst>
          </p:cNvPr>
          <p:cNvSpPr txBox="1"/>
          <p:nvPr/>
        </p:nvSpPr>
        <p:spPr>
          <a:xfrm>
            <a:off x="6097544" y="2786600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Software</a:t>
            </a:r>
            <a:b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Architect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439670C-4936-1986-DB13-FBE5E5CF30F2}"/>
              </a:ext>
            </a:extLst>
          </p:cNvPr>
          <p:cNvSpPr/>
          <p:nvPr/>
        </p:nvSpPr>
        <p:spPr>
          <a:xfrm>
            <a:off x="6692047" y="4332663"/>
            <a:ext cx="819150" cy="622300"/>
          </a:xfrm>
          <a:prstGeom prst="roundRect">
            <a:avLst/>
          </a:prstGeo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API Code Generator Tool</a:t>
            </a:r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BB8A6EE8-22F0-D7CF-CD41-5BED2FD2C5AF}"/>
              </a:ext>
            </a:extLst>
          </p:cNvPr>
          <p:cNvSpPr/>
          <p:nvPr/>
        </p:nvSpPr>
        <p:spPr>
          <a:xfrm>
            <a:off x="6127855" y="4555481"/>
            <a:ext cx="466820" cy="178124"/>
          </a:xfrm>
          <a:prstGeom prst="rightArrow">
            <a:avLst/>
          </a:prstGeom>
          <a:solidFill>
            <a:srgbClr val="CAEE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FC374CC-1777-3E38-C614-2CD503F5785B}"/>
              </a:ext>
            </a:extLst>
          </p:cNvPr>
          <p:cNvGrpSpPr/>
          <p:nvPr/>
        </p:nvGrpSpPr>
        <p:grpSpPr>
          <a:xfrm>
            <a:off x="5843617" y="3263995"/>
            <a:ext cx="1282700" cy="958951"/>
            <a:chOff x="5334000" y="2998842"/>
            <a:chExt cx="1282700" cy="1128658"/>
          </a:xfrm>
        </p:grpSpPr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5E9448E5-94F5-1A38-646A-C20B9BCB883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090346" y="3242496"/>
              <a:ext cx="1128658" cy="641350"/>
            </a:xfrm>
            <a:prstGeom prst="bentConnector3">
              <a:avLst>
                <a:gd name="adj1" fmla="val 35669"/>
              </a:avLst>
            </a:prstGeom>
            <a:ln w="19050">
              <a:prstDash val="dash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C47CC5DD-F8F6-42AF-BBDA-2D6E24A0CF5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731696" y="3242496"/>
              <a:ext cx="1128658" cy="641350"/>
            </a:xfrm>
            <a:prstGeom prst="bentConnector3">
              <a:avLst>
                <a:gd name="adj1" fmla="val 36266"/>
              </a:avLst>
            </a:prstGeom>
            <a:ln w="19050">
              <a:prstDash val="dash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9829AF0B-C129-AC54-AE56-AF73F22FA565}"/>
              </a:ext>
            </a:extLst>
          </p:cNvPr>
          <p:cNvSpPr/>
          <p:nvPr/>
        </p:nvSpPr>
        <p:spPr>
          <a:xfrm>
            <a:off x="6053167" y="3500295"/>
            <a:ext cx="222250" cy="222250"/>
          </a:xfrm>
          <a:prstGeom prst="ellipse">
            <a:avLst/>
          </a:prstGeom>
          <a:solidFill>
            <a:srgbClr val="FFFF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138C130-0E8B-923A-5D65-F1CD9AEBCE89}"/>
              </a:ext>
            </a:extLst>
          </p:cNvPr>
          <p:cNvSpPr/>
          <p:nvPr/>
        </p:nvSpPr>
        <p:spPr>
          <a:xfrm>
            <a:off x="6704042" y="3500295"/>
            <a:ext cx="222250" cy="222250"/>
          </a:xfrm>
          <a:prstGeom prst="ellipse">
            <a:avLst/>
          </a:prstGeom>
          <a:solidFill>
            <a:srgbClr val="FFFF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D0EE2C-20C3-B26B-3647-17629F216BB0}"/>
              </a:ext>
            </a:extLst>
          </p:cNvPr>
          <p:cNvSpPr txBox="1"/>
          <p:nvPr/>
        </p:nvSpPr>
        <p:spPr>
          <a:xfrm>
            <a:off x="5356565" y="4977212"/>
            <a:ext cx="10436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OpenAPI</a:t>
            </a:r>
          </a:p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  <a:b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Specification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1C544DD-5B4B-DF96-EC4A-EE26DDB1382A}"/>
              </a:ext>
            </a:extLst>
          </p:cNvPr>
          <p:cNvSpPr txBox="1"/>
          <p:nvPr/>
        </p:nvSpPr>
        <p:spPr>
          <a:xfrm>
            <a:off x="5318016" y="551631"/>
            <a:ext cx="430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Phases for Efficient API Development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C915655-D3AF-4BBA-64CB-F59881082F42}"/>
              </a:ext>
            </a:extLst>
          </p:cNvPr>
          <p:cNvSpPr/>
          <p:nvPr/>
        </p:nvSpPr>
        <p:spPr>
          <a:xfrm>
            <a:off x="7927720" y="1075626"/>
            <a:ext cx="1696962" cy="4553656"/>
          </a:xfrm>
          <a:prstGeom prst="roundRect">
            <a:avLst>
              <a:gd name="adj" fmla="val 454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435C108-77DA-08C5-502E-95EAAFE4367C}"/>
              </a:ext>
            </a:extLst>
          </p:cNvPr>
          <p:cNvGrpSpPr/>
          <p:nvPr/>
        </p:nvGrpSpPr>
        <p:grpSpPr>
          <a:xfrm>
            <a:off x="8672237" y="4097713"/>
            <a:ext cx="280700" cy="340115"/>
            <a:chOff x="7714600" y="4181682"/>
            <a:chExt cx="280700" cy="340115"/>
          </a:xfrm>
        </p:grpSpPr>
        <p:sp>
          <p:nvSpPr>
            <p:cNvPr id="72" name="Rectangle: Folded Corner 71">
              <a:extLst>
                <a:ext uri="{FF2B5EF4-FFF2-40B4-BE49-F238E27FC236}">
                  <a16:creationId xmlns:a16="http://schemas.microsoft.com/office/drawing/2014/main" id="{4637098F-0109-5FD1-F3D0-71D601E677D5}"/>
                </a:ext>
              </a:extLst>
            </p:cNvPr>
            <p:cNvSpPr/>
            <p:nvPr/>
          </p:nvSpPr>
          <p:spPr>
            <a:xfrm>
              <a:off x="7854950" y="4295054"/>
              <a:ext cx="140350" cy="226743"/>
            </a:xfrm>
            <a:prstGeom prst="foldedCorner">
              <a:avLst>
                <a:gd name="adj" fmla="val 48923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: Folded Corner 72">
              <a:extLst>
                <a:ext uri="{FF2B5EF4-FFF2-40B4-BE49-F238E27FC236}">
                  <a16:creationId xmlns:a16="http://schemas.microsoft.com/office/drawing/2014/main" id="{B4D36000-F1ED-6463-32F4-244059F01A48}"/>
                </a:ext>
              </a:extLst>
            </p:cNvPr>
            <p:cNvSpPr/>
            <p:nvPr/>
          </p:nvSpPr>
          <p:spPr>
            <a:xfrm>
              <a:off x="7784775" y="4232257"/>
              <a:ext cx="140350" cy="226743"/>
            </a:xfrm>
            <a:prstGeom prst="foldedCorner">
              <a:avLst>
                <a:gd name="adj" fmla="val 48923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Folded Corner 73">
              <a:extLst>
                <a:ext uri="{FF2B5EF4-FFF2-40B4-BE49-F238E27FC236}">
                  <a16:creationId xmlns:a16="http://schemas.microsoft.com/office/drawing/2014/main" id="{1CA79FBB-3B1D-DA40-BA86-254DA7976DFF}"/>
                </a:ext>
              </a:extLst>
            </p:cNvPr>
            <p:cNvSpPr/>
            <p:nvPr/>
          </p:nvSpPr>
          <p:spPr>
            <a:xfrm>
              <a:off x="7714600" y="4181682"/>
              <a:ext cx="140350" cy="226743"/>
            </a:xfrm>
            <a:prstGeom prst="foldedCorner">
              <a:avLst>
                <a:gd name="adj" fmla="val 48923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A4B7316-3101-EA0F-E8B0-65DEC458DB41}"/>
              </a:ext>
            </a:extLst>
          </p:cNvPr>
          <p:cNvGrpSpPr/>
          <p:nvPr/>
        </p:nvGrpSpPr>
        <p:grpSpPr>
          <a:xfrm>
            <a:off x="8672237" y="4527325"/>
            <a:ext cx="280700" cy="340115"/>
            <a:chOff x="7714600" y="4181682"/>
            <a:chExt cx="280700" cy="340115"/>
          </a:xfrm>
        </p:grpSpPr>
        <p:sp>
          <p:nvSpPr>
            <p:cNvPr id="77" name="Rectangle: Folded Corner 76">
              <a:extLst>
                <a:ext uri="{FF2B5EF4-FFF2-40B4-BE49-F238E27FC236}">
                  <a16:creationId xmlns:a16="http://schemas.microsoft.com/office/drawing/2014/main" id="{F40E8B13-A4FE-0F7F-0C5A-F6C6D693020B}"/>
                </a:ext>
              </a:extLst>
            </p:cNvPr>
            <p:cNvSpPr/>
            <p:nvPr/>
          </p:nvSpPr>
          <p:spPr>
            <a:xfrm>
              <a:off x="7854950" y="4295054"/>
              <a:ext cx="140350" cy="226743"/>
            </a:xfrm>
            <a:prstGeom prst="foldedCorner">
              <a:avLst>
                <a:gd name="adj" fmla="val 48923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: Folded Corner 77">
              <a:extLst>
                <a:ext uri="{FF2B5EF4-FFF2-40B4-BE49-F238E27FC236}">
                  <a16:creationId xmlns:a16="http://schemas.microsoft.com/office/drawing/2014/main" id="{4ACDD2B3-3C92-EE98-2F0F-AF11E57E5A3A}"/>
                </a:ext>
              </a:extLst>
            </p:cNvPr>
            <p:cNvSpPr/>
            <p:nvPr/>
          </p:nvSpPr>
          <p:spPr>
            <a:xfrm>
              <a:off x="7784775" y="4232257"/>
              <a:ext cx="140350" cy="226743"/>
            </a:xfrm>
            <a:prstGeom prst="foldedCorner">
              <a:avLst>
                <a:gd name="adj" fmla="val 48923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: Folded Corner 78">
              <a:extLst>
                <a:ext uri="{FF2B5EF4-FFF2-40B4-BE49-F238E27FC236}">
                  <a16:creationId xmlns:a16="http://schemas.microsoft.com/office/drawing/2014/main" id="{AE8DD084-20C9-A108-841C-0A475A6AF515}"/>
                </a:ext>
              </a:extLst>
            </p:cNvPr>
            <p:cNvSpPr/>
            <p:nvPr/>
          </p:nvSpPr>
          <p:spPr>
            <a:xfrm>
              <a:off x="7714600" y="4181682"/>
              <a:ext cx="140350" cy="226743"/>
            </a:xfrm>
            <a:prstGeom prst="foldedCorner">
              <a:avLst>
                <a:gd name="adj" fmla="val 48923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2" name="Picture 81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17B3D799-502B-FFA2-D030-640BF2C763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273" y="1870110"/>
            <a:ext cx="630629" cy="851902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EE59CEBE-1F5C-9753-08F6-A57E3642235B}"/>
              </a:ext>
            </a:extLst>
          </p:cNvPr>
          <p:cNvSpPr txBox="1"/>
          <p:nvPr/>
        </p:nvSpPr>
        <p:spPr>
          <a:xfrm>
            <a:off x="8393241" y="2786600"/>
            <a:ext cx="838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Software</a:t>
            </a:r>
            <a:b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Developer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60A71F-DE28-1273-8BA1-4FEF3664FD9C}"/>
              </a:ext>
            </a:extLst>
          </p:cNvPr>
          <p:cNvSpPr txBox="1"/>
          <p:nvPr/>
        </p:nvSpPr>
        <p:spPr>
          <a:xfrm>
            <a:off x="8202777" y="4987759"/>
            <a:ext cx="12196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API</a:t>
            </a:r>
            <a:b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Implementation</a:t>
            </a:r>
            <a:b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Code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B3BCB29-65F7-9F13-F782-94C4A5BCCF5C}"/>
              </a:ext>
            </a:extLst>
          </p:cNvPr>
          <p:cNvCxnSpPr>
            <a:cxnSpLocks/>
          </p:cNvCxnSpPr>
          <p:nvPr/>
        </p:nvCxnSpPr>
        <p:spPr>
          <a:xfrm>
            <a:off x="8812587" y="3263995"/>
            <a:ext cx="0" cy="724208"/>
          </a:xfrm>
          <a:prstGeom prst="straightConnector1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3D305D9F-7BE1-E11D-4E4A-CABC42A88123}"/>
              </a:ext>
            </a:extLst>
          </p:cNvPr>
          <p:cNvSpPr/>
          <p:nvPr/>
        </p:nvSpPr>
        <p:spPr>
          <a:xfrm>
            <a:off x="8701462" y="3500295"/>
            <a:ext cx="222250" cy="222250"/>
          </a:xfrm>
          <a:prstGeom prst="ellipse">
            <a:avLst/>
          </a:prstGeom>
          <a:solidFill>
            <a:srgbClr val="FFFF6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FAF938E-C212-9EF2-09ED-7502D826CA28}"/>
              </a:ext>
            </a:extLst>
          </p:cNvPr>
          <p:cNvSpPr txBox="1"/>
          <p:nvPr/>
        </p:nvSpPr>
        <p:spPr>
          <a:xfrm>
            <a:off x="9855093" y="4269326"/>
            <a:ext cx="984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Finished API ready for</a:t>
            </a:r>
          </a:p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testing and deployment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F3CEFAF-BD18-9AE5-BA96-4A7744A20B51}"/>
              </a:ext>
            </a:extLst>
          </p:cNvPr>
          <p:cNvSpPr txBox="1"/>
          <p:nvPr/>
        </p:nvSpPr>
        <p:spPr>
          <a:xfrm>
            <a:off x="2258340" y="5711699"/>
            <a:ext cx="1785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API Ideation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026EF62-3A0E-11FD-BE12-7947CD9BA60C}"/>
              </a:ext>
            </a:extLst>
          </p:cNvPr>
          <p:cNvSpPr txBox="1"/>
          <p:nvPr/>
        </p:nvSpPr>
        <p:spPr>
          <a:xfrm>
            <a:off x="5652759" y="5711699"/>
            <a:ext cx="1785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API Design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A50C721-A7F0-F8F6-31F0-BB1FBDFDE590}"/>
              </a:ext>
            </a:extLst>
          </p:cNvPr>
          <p:cNvSpPr txBox="1"/>
          <p:nvPr/>
        </p:nvSpPr>
        <p:spPr>
          <a:xfrm>
            <a:off x="7824864" y="5711699"/>
            <a:ext cx="197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API Implementation</a:t>
            </a:r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821E3524-497E-42F2-2D4E-48A17D7F7D47}"/>
              </a:ext>
            </a:extLst>
          </p:cNvPr>
          <p:cNvSpPr/>
          <p:nvPr/>
        </p:nvSpPr>
        <p:spPr>
          <a:xfrm>
            <a:off x="7652967" y="4555481"/>
            <a:ext cx="838692" cy="189828"/>
          </a:xfrm>
          <a:prstGeom prst="rightArrow">
            <a:avLst/>
          </a:prstGeom>
          <a:solidFill>
            <a:srgbClr val="CAEE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1772C38D-E485-8A6C-BB56-3BC4688A51D9}"/>
              </a:ext>
            </a:extLst>
          </p:cNvPr>
          <p:cNvSpPr/>
          <p:nvPr/>
        </p:nvSpPr>
        <p:spPr>
          <a:xfrm>
            <a:off x="4776817" y="4555481"/>
            <a:ext cx="858762" cy="178124"/>
          </a:xfrm>
          <a:prstGeom prst="rightArrow">
            <a:avLst/>
          </a:prstGeom>
          <a:solidFill>
            <a:srgbClr val="CAEE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1EB382A9-171F-6147-845C-750A9B787C2B}"/>
              </a:ext>
            </a:extLst>
          </p:cNvPr>
          <p:cNvSpPr/>
          <p:nvPr/>
        </p:nvSpPr>
        <p:spPr>
          <a:xfrm>
            <a:off x="9113173" y="4551210"/>
            <a:ext cx="724631" cy="182395"/>
          </a:xfrm>
          <a:prstGeom prst="rightArrow">
            <a:avLst/>
          </a:prstGeom>
          <a:solidFill>
            <a:srgbClr val="CAEE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0451D47E-1A88-B8A3-91EE-32CC6710EB5E}"/>
              </a:ext>
            </a:extLst>
          </p:cNvPr>
          <p:cNvSpPr/>
          <p:nvPr/>
        </p:nvSpPr>
        <p:spPr>
          <a:xfrm>
            <a:off x="5733495" y="1258010"/>
            <a:ext cx="1332084" cy="505402"/>
          </a:xfrm>
          <a:prstGeom prst="wedgeRoundRectCallout">
            <a:avLst>
              <a:gd name="adj1" fmla="val -7795"/>
              <a:gd name="adj2" fmla="val 68084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Which API endpoints do we need, which can be removed?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CBAEC4D-155A-43DB-0477-1B8A02A02DC0}"/>
              </a:ext>
            </a:extLst>
          </p:cNvPr>
          <p:cNvSpPr/>
          <p:nvPr/>
        </p:nvSpPr>
        <p:spPr>
          <a:xfrm>
            <a:off x="8110159" y="1258010"/>
            <a:ext cx="1332084" cy="505402"/>
          </a:xfrm>
          <a:prstGeom prst="wedgeRoundRectCallout">
            <a:avLst>
              <a:gd name="adj1" fmla="val -7795"/>
              <a:gd name="adj2" fmla="val 68084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Now to add business logic to</a:t>
            </a:r>
            <a:b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endpoint stubs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470E63-18C6-E16F-4067-26131B9903C4}"/>
              </a:ext>
            </a:extLst>
          </p:cNvPr>
          <p:cNvSpPr/>
          <p:nvPr/>
        </p:nvSpPr>
        <p:spPr>
          <a:xfrm>
            <a:off x="3469263" y="3865772"/>
            <a:ext cx="45719" cy="6140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84380C-1368-D9F1-34D5-87B4C1913E8D}"/>
              </a:ext>
            </a:extLst>
          </p:cNvPr>
          <p:cNvSpPr/>
          <p:nvPr/>
        </p:nvSpPr>
        <p:spPr>
          <a:xfrm>
            <a:off x="3358532" y="3986680"/>
            <a:ext cx="109060" cy="4571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86E55D-F1A0-DC4C-3934-FC9BCA608733}"/>
              </a:ext>
            </a:extLst>
          </p:cNvPr>
          <p:cNvCxnSpPr>
            <a:cxnSpLocks/>
            <a:stCxn id="23" idx="1"/>
            <a:endCxn id="16" idx="3"/>
          </p:cNvCxnSpPr>
          <p:nvPr/>
        </p:nvCxnSpPr>
        <p:spPr>
          <a:xfrm flipH="1">
            <a:off x="3399588" y="3896473"/>
            <a:ext cx="69675" cy="307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7AAE231-810F-33A1-F620-E1598D3AF100}"/>
              </a:ext>
            </a:extLst>
          </p:cNvPr>
          <p:cNvCxnSpPr>
            <a:cxnSpLocks/>
            <a:stCxn id="24" idx="0"/>
            <a:endCxn id="16" idx="2"/>
          </p:cNvCxnSpPr>
          <p:nvPr/>
        </p:nvCxnSpPr>
        <p:spPr>
          <a:xfrm flipH="1" flipV="1">
            <a:off x="3376729" y="3927481"/>
            <a:ext cx="36333" cy="5919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8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1D4EEE4-FE9E-4B02-417E-66B1EF99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0CA15A-6CFD-20CA-69A4-1B6B6B13F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874" y="2246141"/>
            <a:ext cx="1373362" cy="1238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F078B5-1BBD-3331-0CEC-933B50879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149" y="3798686"/>
            <a:ext cx="1210660" cy="9147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625418-0DB9-7A7F-9735-E6018549AF23}"/>
              </a:ext>
            </a:extLst>
          </p:cNvPr>
          <p:cNvSpPr/>
          <p:nvPr/>
        </p:nvSpPr>
        <p:spPr>
          <a:xfrm>
            <a:off x="5447607" y="3661064"/>
            <a:ext cx="1357745" cy="31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5979B-9C32-F41F-E1FD-EAA3D30AD3BB}"/>
              </a:ext>
            </a:extLst>
          </p:cNvPr>
          <p:cNvSpPr txBox="1"/>
          <p:nvPr/>
        </p:nvSpPr>
        <p:spPr>
          <a:xfrm>
            <a:off x="5776631" y="3639588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API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981107-DBD3-BCF9-8226-C54E9300F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217" y="2169899"/>
            <a:ext cx="1293461" cy="139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34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110</Words>
  <Application>Microsoft Office PowerPoint</Application>
  <PresentationFormat>Widescreen</PresentationFormat>
  <Paragraphs>28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Verdana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Nies</dc:creator>
  <cp:lastModifiedBy>Steve Nies</cp:lastModifiedBy>
  <cp:revision>23</cp:revision>
  <dcterms:created xsi:type="dcterms:W3CDTF">2025-08-14T15:49:24Z</dcterms:created>
  <dcterms:modified xsi:type="dcterms:W3CDTF">2025-08-29T17:11:27Z</dcterms:modified>
</cp:coreProperties>
</file>